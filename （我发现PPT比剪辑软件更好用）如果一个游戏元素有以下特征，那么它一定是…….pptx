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9" r:id="rId3"/>
    <p:sldId id="260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aple Mono Normal NF CN" panose="020F0509060000000000" charset="-122"/>
                <a:ea typeface="Maple Mono Normal NF CN" panose="020F050906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aple Mono Normal NF CN" panose="020F0509060000000000" charset="-122"/>
                <a:ea typeface="Maple Mono Normal NF CN" panose="020F050906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aple Mono Normal NF CN" panose="020F0509060000000000" charset="-122"/>
                <a:ea typeface="Maple Mono Normal NF CN" panose="020F050906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Maple Mono Normal NF CN" panose="020F0509060000000000" charset="-122"/>
          <a:ea typeface="Maple Mono Normal NF CN" panose="020F050906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aple Mono Normal NF CN" panose="020F0509060000000000" charset="-122"/>
          <a:ea typeface="Maple Mono Normal NF CN" panose="020F050906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aple Mono Normal NF CN" panose="020F0509060000000000" charset="-122"/>
          <a:ea typeface="Maple Mono Normal NF CN" panose="020F050906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aple Mono Normal NF CN" panose="020F0509060000000000" charset="-122"/>
          <a:ea typeface="Maple Mono Normal NF CN" panose="020F050906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aple Mono Normal NF CN" panose="020F0509060000000000" charset="-122"/>
          <a:ea typeface="Maple Mono Normal NF CN" panose="020F050906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aple Mono Normal NF CN" panose="020F0509060000000000" charset="-122"/>
          <a:ea typeface="Maple Mono Normal NF CN" panose="020F050906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microsoft.com/office/2007/relationships/media" Target="../media/media1.mp3"/><Relationship Id="rId7" Type="http://schemas.openxmlformats.org/officeDocument/2006/relationships/audio" Target="NULL" TargetMode="Externa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microsoft.com/office/2007/relationships/media" Target="../media/media2.mp3"/><Relationship Id="rId7" Type="http://schemas.openxmlformats.org/officeDocument/2006/relationships/audio" Target="NULL" TargetMode="Externa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如果一个游戏元素有以下特征：</a:t>
            </a:r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32715" y="1584325"/>
            <a:ext cx="4067810" cy="2028825"/>
            <a:chOff x="1020" y="2495"/>
            <a:chExt cx="6406" cy="3195"/>
          </a:xfrm>
        </p:grpSpPr>
        <p:sp>
          <p:nvSpPr>
            <p:cNvPr id="6" name="文本框 5"/>
            <p:cNvSpPr txBox="1"/>
            <p:nvPr/>
          </p:nvSpPr>
          <p:spPr>
            <a:xfrm>
              <a:off x="1020" y="5110"/>
              <a:ext cx="64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Maple Mono Normal NF CN" panose="020F0509060000000000" charset="-122"/>
                  <a:ea typeface="Maple Mono Normal NF CN" panose="020F0509060000000000" charset="-122"/>
                </a:rPr>
                <a:t>所属游戏英文名是七个字</a:t>
              </a:r>
              <a:endParaRPr lang="zh-CN" altLang="en-US"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  <p:pic>
          <p:nvPicPr>
            <p:cNvPr id="9" name="图片 8" descr="游戏英文名是七个字-Phigros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17" y="2495"/>
              <a:ext cx="5212" cy="2397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/>
        </p:nvGrpSpPr>
        <p:grpSpPr>
          <a:xfrm>
            <a:off x="132715" y="4560570"/>
            <a:ext cx="4068445" cy="2028825"/>
            <a:chOff x="1020" y="2495"/>
            <a:chExt cx="6407" cy="3195"/>
          </a:xfrm>
        </p:grpSpPr>
        <p:sp>
          <p:nvSpPr>
            <p:cNvPr id="12" name="文本框 11"/>
            <p:cNvSpPr txBox="1"/>
            <p:nvPr/>
          </p:nvSpPr>
          <p:spPr>
            <a:xfrm>
              <a:off x="1020" y="5110"/>
              <a:ext cx="64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Maple Mono Normal NF CN" panose="020F0509060000000000" charset="-122"/>
                  <a:ea typeface="Maple Mono Normal NF CN" panose="020F0509060000000000" charset="-122"/>
                </a:rPr>
                <a:t>碰到会发生不好的事情</a:t>
              </a:r>
              <a:endParaRPr lang="zh-CN" altLang="en-US"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  <p:pic>
          <p:nvPicPr>
            <p:cNvPr id="13" name="图片 12" descr="D:/yzc3582/files_new/MyVideos/Celeste/电网和噪域/Phigros/碰到会发生不好的事情-Phigros.jpg碰到会发生不好的事情-Phigros"/>
            <p:cNvPicPr>
              <a:picLocks noChangeAspect="1"/>
            </p:cNvPicPr>
            <p:nvPr/>
          </p:nvPicPr>
          <p:blipFill>
            <a:blip r:embed="rId2"/>
            <a:srcRect l="-10" t="10" r="10" b="10"/>
            <a:stretch>
              <a:fillRect/>
            </a:stretch>
          </p:blipFill>
          <p:spPr>
            <a:xfrm>
              <a:off x="1617" y="2495"/>
              <a:ext cx="5212" cy="2397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4201160" y="1584325"/>
            <a:ext cx="4068445" cy="2028825"/>
            <a:chOff x="1020" y="2495"/>
            <a:chExt cx="6407" cy="3195"/>
          </a:xfrm>
        </p:grpSpPr>
        <p:sp>
          <p:nvSpPr>
            <p:cNvPr id="15" name="文本框 14"/>
            <p:cNvSpPr txBox="1"/>
            <p:nvPr/>
          </p:nvSpPr>
          <p:spPr>
            <a:xfrm>
              <a:off x="1020" y="5110"/>
              <a:ext cx="64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Maple Mono Normal NF CN" panose="020F0509060000000000" charset="-122"/>
                  <a:ea typeface="Maple Mono Normal NF CN" panose="020F0509060000000000" charset="-122"/>
                </a:rPr>
                <a:t>相邻的会连在一起</a:t>
              </a:r>
              <a:endParaRPr lang="zh-CN" altLang="en-US"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  <p:pic>
          <p:nvPicPr>
            <p:cNvPr id="16" name="图片 15" descr="D:/yzc3582/files_new/MyVideos/Celeste/电网和噪域/Phigros/相邻的会连在一起-Phigros.jpg相邻的会连在一起-Phigros"/>
            <p:cNvPicPr>
              <a:picLocks noChangeAspect="1"/>
            </p:cNvPicPr>
            <p:nvPr/>
          </p:nvPicPr>
          <p:blipFill>
            <a:blip r:embed="rId3"/>
            <a:srcRect l="-10" t="10" r="10" b="10"/>
            <a:stretch>
              <a:fillRect/>
            </a:stretch>
          </p:blipFill>
          <p:spPr>
            <a:xfrm>
              <a:off x="1617" y="2495"/>
              <a:ext cx="5212" cy="2397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4201795" y="4560570"/>
            <a:ext cx="4068445" cy="2028825"/>
            <a:chOff x="1020" y="2495"/>
            <a:chExt cx="6407" cy="3195"/>
          </a:xfrm>
        </p:grpSpPr>
        <p:sp>
          <p:nvSpPr>
            <p:cNvPr id="18" name="文本框 17"/>
            <p:cNvSpPr txBox="1"/>
            <p:nvPr/>
          </p:nvSpPr>
          <p:spPr>
            <a:xfrm>
              <a:off x="1020" y="5110"/>
              <a:ext cx="64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Maple Mono Normal NF CN" panose="020F0509060000000000" charset="-122"/>
                  <a:ea typeface="Maple Mono Normal NF CN" panose="020F0509060000000000" charset="-122"/>
                </a:rPr>
                <a:t>在第九章出现</a:t>
              </a:r>
              <a:endParaRPr lang="zh-CN" altLang="en-US"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  <p:pic>
          <p:nvPicPr>
            <p:cNvPr id="19" name="图片 18" descr="D:/yzc3582/files_new/MyVideos/Celeste/电网和噪域/Phigros/在第九章出现-Phigros.jpg在第九章出现-Phigros"/>
            <p:cNvPicPr>
              <a:picLocks noChangeAspect="1"/>
            </p:cNvPicPr>
            <p:nvPr/>
          </p:nvPicPr>
          <p:blipFill>
            <a:blip r:embed="rId4"/>
            <a:srcRect l="-10" t="10" r="10" b="10"/>
            <a:stretch>
              <a:fillRect/>
            </a:stretch>
          </p:blipFill>
          <p:spPr>
            <a:xfrm>
              <a:off x="1617" y="2495"/>
              <a:ext cx="5212" cy="2397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8016875" y="1584325"/>
            <a:ext cx="4068445" cy="2028825"/>
            <a:chOff x="1020" y="2495"/>
            <a:chExt cx="6407" cy="3195"/>
          </a:xfrm>
        </p:grpSpPr>
        <p:sp>
          <p:nvSpPr>
            <p:cNvPr id="21" name="文本框 20"/>
            <p:cNvSpPr txBox="1"/>
            <p:nvPr/>
          </p:nvSpPr>
          <p:spPr>
            <a:xfrm>
              <a:off x="1020" y="5110"/>
              <a:ext cx="64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Maple Mono Normal NF CN" panose="020F0509060000000000" charset="-122"/>
                  <a:ea typeface="Maple Mono Normal NF CN" panose="020F0509060000000000" charset="-122"/>
                </a:rPr>
                <a:t>由矩形组成</a:t>
              </a:r>
              <a:endParaRPr lang="zh-CN" altLang="en-US"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  <p:pic>
          <p:nvPicPr>
            <p:cNvPr id="22" name="图片 21" descr="D:/yzc3582/files_new/MyVideos/Celeste/电网和噪域/Phigros/由矩形组成-Phigros.jpg由矩形组成-Phigros"/>
            <p:cNvPicPr>
              <a:picLocks noChangeAspect="1"/>
            </p:cNvPicPr>
            <p:nvPr/>
          </p:nvPicPr>
          <p:blipFill>
            <a:blip r:embed="rId5"/>
            <a:srcRect l="-10" t="10" r="10" b="10"/>
            <a:stretch>
              <a:fillRect/>
            </a:stretch>
          </p:blipFill>
          <p:spPr>
            <a:xfrm>
              <a:off x="1617" y="2495"/>
              <a:ext cx="5212" cy="2397"/>
            </a:xfrm>
            <a:prstGeom prst="rect">
              <a:avLst/>
            </a:prstGeom>
          </p:spPr>
        </p:pic>
      </p:grpSp>
      <p:sp>
        <p:nvSpPr>
          <p:cNvPr id="23" name="文本框 22"/>
          <p:cNvSpPr txBox="1"/>
          <p:nvPr/>
        </p:nvSpPr>
        <p:spPr>
          <a:xfrm>
            <a:off x="8270240" y="4157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Maple Mono Normal NF CN" panose="020F0509060000000000" charset="-122"/>
                <a:ea typeface="Maple Mono Normal NF CN" panose="020F0509060000000000" charset="-122"/>
              </a:rPr>
              <a:t>那么它一定是：</a:t>
            </a:r>
            <a:endParaRPr lang="en-US" altLang="zh-CN">
              <a:latin typeface="Maple Mono Normal NF CN" panose="020F0509060000000000" charset="-122"/>
              <a:ea typeface="Maple Mono Normal NF CN" panose="020F0509060000000000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395970" y="4560570"/>
            <a:ext cx="3305810" cy="1518920"/>
            <a:chOff x="13222" y="7182"/>
            <a:chExt cx="5206" cy="2392"/>
          </a:xfrm>
        </p:grpSpPr>
        <p:pic>
          <p:nvPicPr>
            <p:cNvPr id="24" name="图片 23" descr="噪域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222" y="7182"/>
              <a:ext cx="2536" cy="2392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/>
          </p:nvSpPr>
          <p:spPr>
            <a:xfrm>
              <a:off x="16554" y="8091"/>
              <a:ext cx="187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rgbClr val="C00000"/>
                  </a:solidFill>
                  <a:latin typeface="Maple Mono Normal NF CN" panose="020F0509060000000000" charset="-122"/>
                  <a:ea typeface="Maple Mono Normal NF CN" panose="020F0509060000000000" charset="-122"/>
                </a:rPr>
                <a:t>噪域</a:t>
              </a:r>
              <a:endParaRPr lang="zh-CN" altLang="en-US">
                <a:solidFill>
                  <a:srgbClr val="C00000"/>
                </a:solidFill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</p:grpSp>
      <p:pic>
        <p:nvPicPr>
          <p:cNvPr id="26" name="Issic005 - Desultory Signals - technoplanet">
            <a:hlinkClick r:id="" action="ppaction://media"/>
          </p:cNvPr>
          <p:cNvPicPr/>
          <p:nvPr>
            <a:audioFile r:link="rId7"/>
            <p:extLst>
              <p:ext uri="{DAA4B4D4-6D71-4841-9C94-3DE7FCFB9230}">
                <p14:media xmlns:p14="http://schemas.microsoft.com/office/powerpoint/2010/main" r:embed="rId8">
                  <p14:trim st="16000.000000"/>
                  <p14:fade in="500.00000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72875" y="-5715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34792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45" repeatCount="indefinite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  <p:bldLst>
      <p:bldP spid="2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如果一个游戏元素有以下特征：</a:t>
            </a:r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32715" y="1584325"/>
            <a:ext cx="4068445" cy="2028825"/>
            <a:chOff x="1020" y="2495"/>
            <a:chExt cx="6407" cy="3195"/>
          </a:xfrm>
        </p:grpSpPr>
        <p:sp>
          <p:nvSpPr>
            <p:cNvPr id="6" name="文本框 5"/>
            <p:cNvSpPr txBox="1"/>
            <p:nvPr/>
          </p:nvSpPr>
          <p:spPr>
            <a:xfrm>
              <a:off x="1020" y="5110"/>
              <a:ext cx="64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Maple Mono Normal NF CN" panose="020F0509060000000000" charset="-122"/>
                  <a:ea typeface="Maple Mono Normal NF CN" panose="020F0509060000000000" charset="-122"/>
                </a:rPr>
                <a:t>所属游戏英文名是七个字</a:t>
              </a:r>
              <a:endParaRPr lang="zh-CN" altLang="en-US"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  <p:pic>
          <p:nvPicPr>
            <p:cNvPr id="9" name="图片 8" descr="D:/yzc3582/files_new/MyVideos/Celeste/电网和噪域/Celeste/游戏英文名是七个字-Celeste.png游戏英文名是七个字-Celeste"/>
            <p:cNvPicPr>
              <a:picLocks noChangeAspect="1"/>
            </p:cNvPicPr>
            <p:nvPr/>
          </p:nvPicPr>
          <p:blipFill>
            <a:blip r:embed="rId1"/>
            <a:srcRect l="-10" t="10255" r="10" b="10255"/>
            <a:stretch>
              <a:fillRect/>
            </a:stretch>
          </p:blipFill>
          <p:spPr>
            <a:xfrm>
              <a:off x="1617" y="2495"/>
              <a:ext cx="5212" cy="2397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/>
        </p:nvGrpSpPr>
        <p:grpSpPr>
          <a:xfrm>
            <a:off x="132715" y="4560570"/>
            <a:ext cx="4068445" cy="2028825"/>
            <a:chOff x="1020" y="2495"/>
            <a:chExt cx="6407" cy="3195"/>
          </a:xfrm>
        </p:grpSpPr>
        <p:sp>
          <p:nvSpPr>
            <p:cNvPr id="12" name="文本框 11"/>
            <p:cNvSpPr txBox="1"/>
            <p:nvPr/>
          </p:nvSpPr>
          <p:spPr>
            <a:xfrm>
              <a:off x="1020" y="5110"/>
              <a:ext cx="64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Maple Mono Normal NF CN" panose="020F0509060000000000" charset="-122"/>
                  <a:ea typeface="Maple Mono Normal NF CN" panose="020F0509060000000000" charset="-122"/>
                </a:rPr>
                <a:t>碰到会发生不好的事情</a:t>
              </a:r>
              <a:endParaRPr lang="zh-CN" altLang="en-US"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  <p:pic>
          <p:nvPicPr>
            <p:cNvPr id="13" name="图片 12" descr="D:/yzc3582/files_new/MyVideos/Celeste/电网和噪域/Celeste/碰到会发生不好的事情-Celeste.png碰到会发生不好的事情-Celeste"/>
            <p:cNvPicPr>
              <a:picLocks noChangeAspect="1"/>
            </p:cNvPicPr>
            <p:nvPr/>
          </p:nvPicPr>
          <p:blipFill>
            <a:blip r:embed="rId2"/>
            <a:srcRect l="-10" t="10255" r="10" b="10255"/>
            <a:stretch>
              <a:fillRect/>
            </a:stretch>
          </p:blipFill>
          <p:spPr>
            <a:xfrm>
              <a:off x="1617" y="2495"/>
              <a:ext cx="5212" cy="2397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4201160" y="1584325"/>
            <a:ext cx="4068445" cy="2028825"/>
            <a:chOff x="1020" y="2495"/>
            <a:chExt cx="6407" cy="3195"/>
          </a:xfrm>
        </p:grpSpPr>
        <p:sp>
          <p:nvSpPr>
            <p:cNvPr id="15" name="文本框 14"/>
            <p:cNvSpPr txBox="1"/>
            <p:nvPr/>
          </p:nvSpPr>
          <p:spPr>
            <a:xfrm>
              <a:off x="1020" y="5110"/>
              <a:ext cx="64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Maple Mono Normal NF CN" panose="020F0509060000000000" charset="-122"/>
                  <a:ea typeface="Maple Mono Normal NF CN" panose="020F0509060000000000" charset="-122"/>
                </a:rPr>
                <a:t>相邻的会连在一起</a:t>
              </a:r>
              <a:endParaRPr lang="zh-CN" altLang="en-US"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  <p:pic>
          <p:nvPicPr>
            <p:cNvPr id="16" name="图片 15" descr="D:/yzc3582/files_new/MyVideos/Celeste/电网和噪域/Celeste/相邻的会连在一起-Celeste.png相邻的会连在一起-Celeste"/>
            <p:cNvPicPr>
              <a:picLocks noChangeAspect="1"/>
            </p:cNvPicPr>
            <p:nvPr/>
          </p:nvPicPr>
          <p:blipFill>
            <a:blip r:embed="rId3"/>
            <a:srcRect l="-10" t="10255" r="10" b="10255"/>
            <a:stretch>
              <a:fillRect/>
            </a:stretch>
          </p:blipFill>
          <p:spPr>
            <a:xfrm>
              <a:off x="1617" y="2495"/>
              <a:ext cx="5212" cy="2397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4201795" y="4560570"/>
            <a:ext cx="4068445" cy="2028825"/>
            <a:chOff x="1020" y="2495"/>
            <a:chExt cx="6407" cy="3195"/>
          </a:xfrm>
        </p:grpSpPr>
        <p:sp>
          <p:nvSpPr>
            <p:cNvPr id="18" name="文本框 17"/>
            <p:cNvSpPr txBox="1"/>
            <p:nvPr/>
          </p:nvSpPr>
          <p:spPr>
            <a:xfrm>
              <a:off x="1020" y="5110"/>
              <a:ext cx="64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Maple Mono Normal NF CN" panose="020F0509060000000000" charset="-122"/>
                  <a:ea typeface="Maple Mono Normal NF CN" panose="020F0509060000000000" charset="-122"/>
                </a:rPr>
                <a:t>在第九章出现</a:t>
              </a:r>
              <a:endParaRPr lang="zh-CN" altLang="en-US"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  <p:pic>
          <p:nvPicPr>
            <p:cNvPr id="19" name="图片 18" descr="D:/yzc3582/files_new/MyVideos/Celeste/电网和噪域/Celeste/在第九章出现-Celeste.png在第九章出现-Celeste"/>
            <p:cNvPicPr>
              <a:picLocks noChangeAspect="1"/>
            </p:cNvPicPr>
            <p:nvPr/>
          </p:nvPicPr>
          <p:blipFill>
            <a:blip r:embed="rId4"/>
            <a:srcRect l="10" t="7436" r="-10" b="13074"/>
            <a:stretch>
              <a:fillRect/>
            </a:stretch>
          </p:blipFill>
          <p:spPr>
            <a:xfrm>
              <a:off x="1617" y="2495"/>
              <a:ext cx="5212" cy="2397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8016875" y="1584325"/>
            <a:ext cx="4068445" cy="2028825"/>
            <a:chOff x="1020" y="2495"/>
            <a:chExt cx="6407" cy="3195"/>
          </a:xfrm>
        </p:grpSpPr>
        <p:sp>
          <p:nvSpPr>
            <p:cNvPr id="21" name="文本框 20"/>
            <p:cNvSpPr txBox="1"/>
            <p:nvPr/>
          </p:nvSpPr>
          <p:spPr>
            <a:xfrm>
              <a:off x="1020" y="5110"/>
              <a:ext cx="64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Maple Mono Normal NF CN" panose="020F0509060000000000" charset="-122"/>
                  <a:ea typeface="Maple Mono Normal NF CN" panose="020F0509060000000000" charset="-122"/>
                </a:rPr>
                <a:t>由矩形组成</a:t>
              </a:r>
              <a:endParaRPr lang="zh-CN" altLang="en-US">
                <a:latin typeface="Maple Mono Normal NF CN" panose="020F0509060000000000" charset="-122"/>
                <a:ea typeface="Maple Mono Normal NF CN" panose="020F0509060000000000" charset="-122"/>
              </a:endParaRPr>
            </a:p>
          </p:txBody>
        </p:sp>
        <p:pic>
          <p:nvPicPr>
            <p:cNvPr id="22" name="图片 21" descr="D:/yzc3582/files_new/MyVideos/Celeste/电网和噪域/Celeste/由矩形组成-Celeste.png由矩形组成-Celeste"/>
            <p:cNvPicPr>
              <a:picLocks noChangeAspect="1"/>
            </p:cNvPicPr>
            <p:nvPr/>
          </p:nvPicPr>
          <p:blipFill>
            <a:blip r:embed="rId5"/>
            <a:srcRect l="-10" t="10255" r="10" b="10255"/>
            <a:stretch>
              <a:fillRect/>
            </a:stretch>
          </p:blipFill>
          <p:spPr>
            <a:xfrm>
              <a:off x="1617" y="2495"/>
              <a:ext cx="5212" cy="2397"/>
            </a:xfrm>
            <a:prstGeom prst="rect">
              <a:avLst/>
            </a:prstGeom>
          </p:spPr>
        </p:pic>
      </p:grpSp>
      <p:sp>
        <p:nvSpPr>
          <p:cNvPr id="23" name="文本框 22"/>
          <p:cNvSpPr txBox="1"/>
          <p:nvPr/>
        </p:nvSpPr>
        <p:spPr>
          <a:xfrm>
            <a:off x="8270240" y="4157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Maple Mono Normal NF CN" panose="020F0509060000000000" charset="-122"/>
                <a:ea typeface="Maple Mono Normal NF CN" panose="020F0509060000000000" charset="-122"/>
              </a:rPr>
              <a:t>那么它一定是：</a:t>
            </a:r>
            <a:endParaRPr lang="en-US" altLang="zh-CN">
              <a:latin typeface="Maple Mono Normal NF CN" panose="020F0509060000000000" charset="-122"/>
              <a:ea typeface="Maple Mono Normal NF CN" panose="020F0509060000000000" charset="-122"/>
            </a:endParaRPr>
          </a:p>
        </p:txBody>
      </p:sp>
      <p:pic>
        <p:nvPicPr>
          <p:cNvPr id="24" name="图片 23" descr="D:/yzc3582/files_new/MyVideos/Celeste/电网和噪域/Celeste/电网.png电网"/>
          <p:cNvPicPr>
            <a:picLocks noChangeAspect="1"/>
          </p:cNvPicPr>
          <p:nvPr/>
        </p:nvPicPr>
        <p:blipFill>
          <a:blip r:embed="rId6"/>
          <a:srcRect l="24728" r="13942"/>
          <a:stretch>
            <a:fillRect/>
          </a:stretch>
        </p:blipFill>
        <p:spPr>
          <a:xfrm>
            <a:off x="8395970" y="4560570"/>
            <a:ext cx="1610360" cy="151892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0511790" y="5137785"/>
            <a:ext cx="1190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00"/>
                </a:solidFill>
                <a:latin typeface="Maple Mono Normal NF CN" panose="020F0509060000000000" charset="-122"/>
                <a:ea typeface="Maple Mono Normal NF CN" panose="020F0509060000000000" charset="-122"/>
              </a:rPr>
              <a:t>电网</a:t>
            </a:r>
            <a:endParaRPr lang="zh-CN" altLang="en-US">
              <a:solidFill>
                <a:srgbClr val="FFC000"/>
              </a:solidFill>
              <a:latin typeface="Maple Mono Normal NF CN" panose="020F0509060000000000" charset="-122"/>
              <a:ea typeface="Maple Mono Normal NF CN" panose="020F0509060000000000" charset="-122"/>
            </a:endParaRPr>
          </a:p>
        </p:txBody>
      </p:sp>
      <p:pic>
        <p:nvPicPr>
          <p:cNvPr id="3" name="Lena Raine - Farewell">
            <a:hlinkClick r:id="" action="ppaction://media"/>
          </p:cNvPr>
          <p:cNvPicPr/>
          <p:nvPr>
            <a:audioFile r:link="rId7"/>
            <p:extLst>
              <p:ext uri="{DAA4B4D4-6D71-4841-9C94-3DE7FCFB9230}">
                <p14:media xmlns:p14="http://schemas.microsoft.com/office/powerpoint/2010/main" r:embed="rId8">
                  <p14:trim st="339000.00000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72875" y="-5715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612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998" showWhenStopped="0">
                <p:cTn id="7" repeatCount="indefinite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32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Maple Mono Normal NF CN</vt:lpstr>
      <vt:lpstr>WPS​​</vt:lpstr>
      <vt:lpstr>PowerPoint 演示文稿</vt:lpstr>
      <vt:lpstr>如果一个游戏元素有以下特征：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Lenovo</cp:lastModifiedBy>
  <cp:revision>25</cp:revision>
  <dcterms:created xsi:type="dcterms:W3CDTF">2023-07-11T07:43:00Z</dcterms:created>
  <dcterms:modified xsi:type="dcterms:W3CDTF">2026-10-04T13:51:42Z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FBFEF8BDB31140FD984618DD0C20A80C_11</vt:lpwstr>
  </property>
</Properties>
</file>